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2D1145"/>
          </a:solidFill>
          <a:ln w="12700">
            <a:solidFill>
              <a:srgbClr val="2D11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28600"/>
            <a:ext cx="822960" cy="822960"/>
          </a:xfrm>
          <a:prstGeom prst="ellipse">
            <a:avLst/>
          </a:prstGeom>
          <a:solidFill>
            <a:srgbClr val="6B3FA0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" y="1371600"/>
            <a:ext cx="1554480" cy="411480"/>
          </a:xfrm>
          <a:prstGeom prst="rect">
            <a:avLst>
              <a:gd name="adj" fmla="val 17778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490472"/>
            <a:ext cx="173736" cy="173736"/>
          </a:xfrm>
          <a:prstGeom prst="ellipse">
            <a:avLst/>
          </a:prstGeom>
          <a:solidFill>
            <a:srgbClr val="1A0A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2011680"/>
            <a:ext cx="1554480" cy="411480"/>
          </a:xfrm>
          <a:prstGeom prst="rect">
            <a:avLst>
              <a:gd name="adj" fmla="val 17778"/>
            </a:avLst>
          </a:prstGeom>
          <a:solidFill>
            <a:srgbClr val="6B3FA0">
              <a:alpha val="60000"/>
            </a:srgbClr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2130552"/>
            <a:ext cx="173736" cy="173736"/>
          </a:xfrm>
          <a:prstGeom prst="ellipse">
            <a:avLst/>
          </a:prstGeom>
          <a:solidFill>
            <a:srgbClr val="00E5C0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" y="2651760"/>
            <a:ext cx="1554480" cy="411480"/>
          </a:xfrm>
          <a:prstGeom prst="rect">
            <a:avLst>
              <a:gd name="adj" fmla="val 17778"/>
            </a:avLst>
          </a:prstGeom>
          <a:solidFill>
            <a:srgbClr val="6B3FA0">
              <a:alpha val="60000"/>
            </a:srgbClr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2770632"/>
            <a:ext cx="173736" cy="173736"/>
          </a:xfrm>
          <a:prstGeom prst="ellipse">
            <a:avLst/>
          </a:prstGeom>
          <a:solidFill>
            <a:srgbClr val="00E5C0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" y="3291840"/>
            <a:ext cx="1554480" cy="411480"/>
          </a:xfrm>
          <a:prstGeom prst="rect">
            <a:avLst>
              <a:gd name="adj" fmla="val 17778"/>
            </a:avLst>
          </a:prstGeom>
          <a:solidFill>
            <a:srgbClr val="6B3FA0">
              <a:alpha val="60000"/>
            </a:srgbClr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3410712"/>
            <a:ext cx="173736" cy="173736"/>
          </a:xfrm>
          <a:prstGeom prst="ellipse">
            <a:avLst/>
          </a:prstGeom>
          <a:solidFill>
            <a:srgbClr val="00E5C0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3931920"/>
            <a:ext cx="1554480" cy="411480"/>
          </a:xfrm>
          <a:prstGeom prst="rect">
            <a:avLst>
              <a:gd name="adj" fmla="val 17778"/>
            </a:avLst>
          </a:prstGeom>
          <a:solidFill>
            <a:srgbClr val="6B3FA0">
              <a:alpha val="60000"/>
            </a:srgbClr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4050792"/>
            <a:ext cx="173736" cy="173736"/>
          </a:xfrm>
          <a:prstGeom prst="ellipse">
            <a:avLst/>
          </a:prstGeom>
          <a:solidFill>
            <a:srgbClr val="00E5C0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" y="4572000"/>
            <a:ext cx="1554480" cy="411480"/>
          </a:xfrm>
          <a:prstGeom prst="rect">
            <a:avLst>
              <a:gd name="adj" fmla="val 17778"/>
            </a:avLst>
          </a:prstGeom>
          <a:solidFill>
            <a:srgbClr val="6B3FA0">
              <a:alpha val="60000"/>
            </a:srgbClr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4690872"/>
            <a:ext cx="173736" cy="173736"/>
          </a:xfrm>
          <a:prstGeom prst="ellipse">
            <a:avLst/>
          </a:prstGeom>
          <a:solidFill>
            <a:srgbClr val="00E5C0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0" y="0"/>
            <a:ext cx="10332720" cy="685800"/>
          </a:xfrm>
          <a:prstGeom prst="rect">
            <a:avLst/>
          </a:prstGeom>
          <a:solidFill>
            <a:srgbClr val="3D1A5E"/>
          </a:solidFill>
          <a:ln w="12700">
            <a:solidFill>
              <a:srgbClr val="3D1A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0" y="658368"/>
            <a:ext cx="1033272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137160"/>
            <a:ext cx="2286000" cy="411480"/>
          </a:xfrm>
          <a:prstGeom prst="rect">
            <a:avLst>
              <a:gd name="adj" fmla="val 44444"/>
            </a:avLst>
          </a:prstGeom>
          <a:solidFill>
            <a:srgbClr val="2D1145"/>
          </a:solidFill>
          <a:ln w="12700">
            <a:solidFill>
              <a:srgbClr val="C8B8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430000" y="137160"/>
            <a:ext cx="411480" cy="411480"/>
          </a:xfrm>
          <a:prstGeom prst="ellipse">
            <a:avLst/>
          </a:prstGeom>
          <a:solidFill>
            <a:srgbClr val="00C9A7"/>
          </a:solidFill>
          <a:ln w="19050">
            <a:solidFill>
              <a:srgbClr val="00E5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27080" y="182880"/>
            <a:ext cx="320040" cy="32004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C8B8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65960" y="822960"/>
            <a:ext cx="1691640" cy="1280160"/>
          </a:xfrm>
          <a:prstGeom prst="rect">
            <a:avLst/>
          </a:prstGeom>
          <a:solidFill>
            <a:srgbClr val="3D1A5E"/>
          </a:solidFill>
          <a:ln w="6350">
            <a:solidFill>
              <a:srgbClr val="9B6D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965960" y="822960"/>
            <a:ext cx="169164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03120" y="960120"/>
            <a:ext cx="320040" cy="320040"/>
          </a:xfrm>
          <a:prstGeom prst="ellipse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03120" y="1417320"/>
            <a:ext cx="1005840" cy="182880"/>
          </a:xfrm>
          <a:prstGeom prst="rect">
            <a:avLst/>
          </a:prstGeom>
          <a:solidFill>
            <a:srgbClr val="9B6DC8">
              <a:alpha val="50000"/>
            </a:srgbClr>
          </a:solidFill>
          <a:ln w="12700">
            <a:solidFill>
              <a:srgbClr val="9B6DC8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03120" y="1691640"/>
            <a:ext cx="685800" cy="109728"/>
          </a:xfrm>
          <a:prstGeom prst="rect">
            <a:avLst/>
          </a:prstGeom>
          <a:solidFill>
            <a:srgbClr val="C8B8E0">
              <a:alpha val="40000"/>
            </a:srgbClr>
          </a:solidFill>
          <a:ln w="12700">
            <a:solidFill>
              <a:srgbClr val="C8B8E0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08960" y="886968"/>
            <a:ext cx="411480" cy="201168"/>
          </a:xfrm>
          <a:prstGeom prst="rect">
            <a:avLst>
              <a:gd name="adj" fmla="val 36364"/>
            </a:avLst>
          </a:prstGeom>
          <a:solidFill>
            <a:srgbClr val="00C9A7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69080" y="822960"/>
            <a:ext cx="1691640" cy="1280160"/>
          </a:xfrm>
          <a:prstGeom prst="rect">
            <a:avLst/>
          </a:prstGeom>
          <a:solidFill>
            <a:srgbClr val="3D1A5E"/>
          </a:solidFill>
          <a:ln w="6350">
            <a:solidFill>
              <a:srgbClr val="9B6D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069080" y="822960"/>
            <a:ext cx="169164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0" y="960120"/>
            <a:ext cx="320040" cy="320040"/>
          </a:xfrm>
          <a:prstGeom prst="ellipse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06240" y="1417320"/>
            <a:ext cx="1005840" cy="182880"/>
          </a:xfrm>
          <a:prstGeom prst="rect">
            <a:avLst/>
          </a:prstGeom>
          <a:solidFill>
            <a:srgbClr val="9B6DC8">
              <a:alpha val="50000"/>
            </a:srgbClr>
          </a:solidFill>
          <a:ln w="12700">
            <a:solidFill>
              <a:srgbClr val="9B6DC8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06240" y="1691640"/>
            <a:ext cx="685800" cy="109728"/>
          </a:xfrm>
          <a:prstGeom prst="rect">
            <a:avLst/>
          </a:prstGeom>
          <a:solidFill>
            <a:srgbClr val="C8B8E0">
              <a:alpha val="40000"/>
            </a:srgbClr>
          </a:solidFill>
          <a:ln w="12700">
            <a:solidFill>
              <a:srgbClr val="C8B8E0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12080" y="886968"/>
            <a:ext cx="411480" cy="201168"/>
          </a:xfrm>
          <a:prstGeom prst="rect">
            <a:avLst>
              <a:gd name="adj" fmla="val 36364"/>
            </a:avLst>
          </a:prstGeom>
          <a:solidFill>
            <a:srgbClr val="9B6DC8">
              <a:alpha val="70000"/>
            </a:srgbClr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72200" y="822960"/>
            <a:ext cx="1691640" cy="1280160"/>
          </a:xfrm>
          <a:prstGeom prst="rect">
            <a:avLst/>
          </a:prstGeom>
          <a:solidFill>
            <a:srgbClr val="3D1A5E"/>
          </a:solidFill>
          <a:ln w="6350">
            <a:solidFill>
              <a:srgbClr val="9B6D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2200" y="822960"/>
            <a:ext cx="169164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09360" y="960120"/>
            <a:ext cx="320040" cy="320040"/>
          </a:xfrm>
          <a:prstGeom prst="ellipse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1417320"/>
            <a:ext cx="1005840" cy="182880"/>
          </a:xfrm>
          <a:prstGeom prst="rect">
            <a:avLst/>
          </a:prstGeom>
          <a:solidFill>
            <a:srgbClr val="9B6DC8">
              <a:alpha val="50000"/>
            </a:srgbClr>
          </a:solidFill>
          <a:ln w="12700">
            <a:solidFill>
              <a:srgbClr val="9B6DC8">
                <a:alpha val="5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9360" y="1691640"/>
            <a:ext cx="685800" cy="109728"/>
          </a:xfrm>
          <a:prstGeom prst="rect">
            <a:avLst/>
          </a:prstGeom>
          <a:solidFill>
            <a:srgbClr val="C8B8E0">
              <a:alpha val="40000"/>
            </a:srgbClr>
          </a:solidFill>
          <a:ln w="12700">
            <a:solidFill>
              <a:srgbClr val="C8B8E0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15200" y="886968"/>
            <a:ext cx="411480" cy="201168"/>
          </a:xfrm>
          <a:prstGeom prst="rect">
            <a:avLst>
              <a:gd name="adj" fmla="val 36364"/>
            </a:avLst>
          </a:prstGeom>
          <a:solidFill>
            <a:srgbClr val="00C9A7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75320" y="822960"/>
            <a:ext cx="1691640" cy="1280160"/>
          </a:xfrm>
          <a:prstGeom prst="rect">
            <a:avLst/>
          </a:prstGeom>
          <a:solidFill>
            <a:srgbClr val="3D1A5E"/>
          </a:solidFill>
          <a:ln w="6350">
            <a:solidFill>
              <a:srgbClr val="9B6D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275320" y="822960"/>
            <a:ext cx="169164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12480" y="960120"/>
            <a:ext cx="320040" cy="320040"/>
          </a:xfrm>
          <a:prstGeom prst="ellipse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412480" y="1417320"/>
            <a:ext cx="1005840" cy="182880"/>
          </a:xfrm>
          <a:prstGeom prst="rect">
            <a:avLst/>
          </a:prstGeom>
          <a:solidFill>
            <a:srgbClr val="9B6DC8">
              <a:alpha val="50000"/>
            </a:srgbClr>
          </a:solidFill>
          <a:ln w="12700">
            <a:solidFill>
              <a:srgbClr val="9B6DC8">
                <a:alpha val="5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412480" y="1691640"/>
            <a:ext cx="685800" cy="109728"/>
          </a:xfrm>
          <a:prstGeom prst="rect">
            <a:avLst/>
          </a:prstGeom>
          <a:solidFill>
            <a:srgbClr val="C8B8E0">
              <a:alpha val="40000"/>
            </a:srgbClr>
          </a:solidFill>
          <a:ln w="12700">
            <a:solidFill>
              <a:srgbClr val="C8B8E0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418320" y="886968"/>
            <a:ext cx="411480" cy="201168"/>
          </a:xfrm>
          <a:prstGeom prst="rect">
            <a:avLst>
              <a:gd name="adj" fmla="val 36364"/>
            </a:avLst>
          </a:prstGeom>
          <a:solidFill>
            <a:srgbClr val="9B6DC8">
              <a:alpha val="70000"/>
            </a:srgbClr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104120" y="822960"/>
            <a:ext cx="1691640" cy="1280160"/>
          </a:xfrm>
          <a:prstGeom prst="rect">
            <a:avLst/>
          </a:prstGeom>
          <a:solidFill>
            <a:srgbClr val="3D1A5E"/>
          </a:solidFill>
          <a:ln w="6350">
            <a:solidFill>
              <a:srgbClr val="9B6D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0104120" y="822960"/>
            <a:ext cx="169164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241280" y="960120"/>
            <a:ext cx="320040" cy="320040"/>
          </a:xfrm>
          <a:prstGeom prst="ellipse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241280" y="1417320"/>
            <a:ext cx="1005840" cy="182880"/>
          </a:xfrm>
          <a:prstGeom prst="rect">
            <a:avLst/>
          </a:prstGeom>
          <a:solidFill>
            <a:srgbClr val="9B6DC8">
              <a:alpha val="50000"/>
            </a:srgbClr>
          </a:solidFill>
          <a:ln w="12700">
            <a:solidFill>
              <a:srgbClr val="9B6DC8">
                <a:alpha val="5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241280" y="1691640"/>
            <a:ext cx="685800" cy="109728"/>
          </a:xfrm>
          <a:prstGeom prst="rect">
            <a:avLst/>
          </a:prstGeom>
          <a:solidFill>
            <a:srgbClr val="C8B8E0">
              <a:alpha val="40000"/>
            </a:srgbClr>
          </a:solidFill>
          <a:ln w="12700">
            <a:solidFill>
              <a:srgbClr val="C8B8E0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247120" y="886968"/>
            <a:ext cx="411480" cy="201168"/>
          </a:xfrm>
          <a:prstGeom prst="rect">
            <a:avLst>
              <a:gd name="adj" fmla="val 36364"/>
            </a:avLst>
          </a:prstGeom>
          <a:solidFill>
            <a:srgbClr val="00C9A7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65960" y="2286000"/>
            <a:ext cx="6126480" cy="2743200"/>
          </a:xfrm>
          <a:prstGeom prst="rect">
            <a:avLst/>
          </a:prstGeom>
          <a:solidFill>
            <a:srgbClr val="3D1A5E"/>
          </a:solidFill>
          <a:ln w="6350">
            <a:solidFill>
              <a:srgbClr val="9B6D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2194560" y="2651760"/>
            <a:ext cx="5669280" cy="2103120"/>
          </a:xfrm>
          <a:prstGeom prst="rect">
            <a:avLst/>
          </a:prstGeom>
          <a:solidFill>
            <a:srgbClr val="2D1145"/>
          </a:solidFill>
          <a:ln w="12700">
            <a:solidFill>
              <a:srgbClr val="2D114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-2388334">
            <a:off x="2286000" y="4297680"/>
            <a:ext cx="714169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1593903">
            <a:off x="2834640" y="3840480"/>
            <a:ext cx="613398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-2963922">
            <a:off x="3383280" y="4114800"/>
            <a:ext cx="843035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-1106097">
            <a:off x="3931920" y="3474720"/>
            <a:ext cx="578317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1593903">
            <a:off x="4480560" y="3291840"/>
            <a:ext cx="613398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-2388334">
            <a:off x="5029200" y="3566160"/>
            <a:ext cx="714169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-2021404">
            <a:off x="5577840" y="3108960"/>
            <a:ext cx="659383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1593903">
            <a:off x="6126480" y="2743200"/>
            <a:ext cx="613398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-1593903">
            <a:off x="6675120" y="3017520"/>
            <a:ext cx="613398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-427501">
            <a:off x="7223760" y="2743200"/>
            <a:ext cx="368606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-1593903">
            <a:off x="2286000" y="4480560"/>
            <a:ext cx="613398" cy="36576"/>
          </a:xfrm>
          <a:prstGeom prst="rect">
            <a:avLst/>
          </a:prstGeom>
          <a:solidFill>
            <a:srgbClr val="9B6DC8"/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1106097">
            <a:off x="2834640" y="4206240"/>
            <a:ext cx="578317" cy="36576"/>
          </a:xfrm>
          <a:prstGeom prst="rect">
            <a:avLst/>
          </a:prstGeom>
          <a:solidFill>
            <a:srgbClr val="9B6DC8"/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-2388334">
            <a:off x="3383280" y="4389120"/>
            <a:ext cx="714169" cy="36576"/>
          </a:xfrm>
          <a:prstGeom prst="rect">
            <a:avLst/>
          </a:prstGeom>
          <a:solidFill>
            <a:srgbClr val="9B6DC8"/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-1106097">
            <a:off x="3931920" y="3931920"/>
            <a:ext cx="578317" cy="36576"/>
          </a:xfrm>
          <a:prstGeom prst="rect">
            <a:avLst/>
          </a:prstGeom>
          <a:solidFill>
            <a:srgbClr val="9B6DC8"/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1593903">
            <a:off x="4480560" y="3749040"/>
            <a:ext cx="613398" cy="36576"/>
          </a:xfrm>
          <a:prstGeom prst="rect">
            <a:avLst/>
          </a:prstGeom>
          <a:solidFill>
            <a:srgbClr val="9B6DC8"/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-2021404">
            <a:off x="5029200" y="4023360"/>
            <a:ext cx="659383" cy="36576"/>
          </a:xfrm>
          <a:prstGeom prst="rect">
            <a:avLst/>
          </a:prstGeom>
          <a:solidFill>
            <a:srgbClr val="9B6DC8"/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-1593903">
            <a:off x="5577840" y="3657600"/>
            <a:ext cx="613398" cy="36576"/>
          </a:xfrm>
          <a:prstGeom prst="rect">
            <a:avLst/>
          </a:prstGeom>
          <a:solidFill>
            <a:srgbClr val="9B6DC8"/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1593903">
            <a:off x="6126480" y="3383280"/>
            <a:ext cx="613398" cy="36576"/>
          </a:xfrm>
          <a:prstGeom prst="rect">
            <a:avLst/>
          </a:prstGeom>
          <a:solidFill>
            <a:srgbClr val="9B6DC8"/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rot="-2021404">
            <a:off x="6675120" y="3657600"/>
            <a:ext cx="659383" cy="36576"/>
          </a:xfrm>
          <a:prstGeom prst="rect">
            <a:avLst/>
          </a:prstGeom>
          <a:solidFill>
            <a:srgbClr val="9B6DC8"/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-1593903">
            <a:off x="7223760" y="3291840"/>
            <a:ext cx="408932" cy="36576"/>
          </a:xfrm>
          <a:prstGeom prst="rect">
            <a:avLst/>
          </a:prstGeom>
          <a:solidFill>
            <a:srgbClr val="9B6DC8"/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194560" y="3291840"/>
            <a:ext cx="5669280" cy="9144"/>
          </a:xfrm>
          <a:prstGeom prst="rect">
            <a:avLst/>
          </a:prstGeom>
          <a:solidFill>
            <a:srgbClr val="C8B8E0">
              <a:alpha val="30000"/>
            </a:srgbClr>
          </a:solidFill>
          <a:ln w="12700">
            <a:solidFill>
              <a:srgbClr val="C8B8E0">
                <a:alpha val="3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194560" y="3657600"/>
            <a:ext cx="5669280" cy="9144"/>
          </a:xfrm>
          <a:prstGeom prst="rect">
            <a:avLst/>
          </a:prstGeom>
          <a:solidFill>
            <a:srgbClr val="C8B8E0">
              <a:alpha val="30000"/>
            </a:srgbClr>
          </a:solidFill>
          <a:ln w="12700">
            <a:solidFill>
              <a:srgbClr val="C8B8E0">
                <a:alpha val="3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194560" y="4023360"/>
            <a:ext cx="5669280" cy="9144"/>
          </a:xfrm>
          <a:prstGeom prst="rect">
            <a:avLst/>
          </a:prstGeom>
          <a:solidFill>
            <a:srgbClr val="C8B8E0">
              <a:alpha val="30000"/>
            </a:srgbClr>
          </a:solidFill>
          <a:ln w="12700">
            <a:solidFill>
              <a:srgbClr val="C8B8E0">
                <a:alpha val="3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194560" y="4389120"/>
            <a:ext cx="5669280" cy="9144"/>
          </a:xfrm>
          <a:prstGeom prst="rect">
            <a:avLst/>
          </a:prstGeom>
          <a:solidFill>
            <a:srgbClr val="C8B8E0">
              <a:alpha val="30000"/>
            </a:srgbClr>
          </a:solidFill>
          <a:ln w="12700">
            <a:solidFill>
              <a:srgbClr val="C8B8E0">
                <a:alpha val="3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965960" y="2286000"/>
            <a:ext cx="45720" cy="2743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194560" y="2395728"/>
            <a:ext cx="109728" cy="1097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514600" y="2395728"/>
            <a:ext cx="109728" cy="109728"/>
          </a:xfrm>
          <a:prstGeom prst="ellipse">
            <a:avLst/>
          </a:prstGeom>
          <a:solidFill>
            <a:srgbClr val="9B6DC8"/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275320" y="2286000"/>
            <a:ext cx="3794760" cy="2743200"/>
          </a:xfrm>
          <a:prstGeom prst="rect">
            <a:avLst/>
          </a:prstGeom>
          <a:solidFill>
            <a:srgbClr val="3D1A5E"/>
          </a:solidFill>
          <a:ln w="6350">
            <a:solidFill>
              <a:srgbClr val="9B6D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8275320" y="2286000"/>
            <a:ext cx="45720" cy="2743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458200" y="3749040"/>
            <a:ext cx="411480" cy="1280160"/>
          </a:xfrm>
          <a:prstGeom prst="rect">
            <a:avLst/>
          </a:prstGeom>
          <a:solidFill>
            <a:srgbClr val="00C9A7">
              <a:alpha val="9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458200" y="5047488"/>
            <a:ext cx="411480" cy="91440"/>
          </a:xfrm>
          <a:prstGeom prst="rect">
            <a:avLst/>
          </a:prstGeom>
          <a:solidFill>
            <a:srgbClr val="C8B8E0">
              <a:alpha val="40000"/>
            </a:srgbClr>
          </a:solidFill>
          <a:ln w="12700">
            <a:solidFill>
              <a:srgbClr val="C8B8E0">
                <a:alpha val="4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006840" y="4114800"/>
            <a:ext cx="411480" cy="914400"/>
          </a:xfrm>
          <a:prstGeom prst="rect">
            <a:avLst/>
          </a:prstGeom>
          <a:solidFill>
            <a:srgbClr val="9B6DC8">
              <a:alpha val="90000"/>
            </a:srgbClr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006840" y="5047488"/>
            <a:ext cx="411480" cy="91440"/>
          </a:xfrm>
          <a:prstGeom prst="rect">
            <a:avLst/>
          </a:prstGeom>
          <a:solidFill>
            <a:srgbClr val="C8B8E0">
              <a:alpha val="40000"/>
            </a:srgbClr>
          </a:solidFill>
          <a:ln w="12700">
            <a:solidFill>
              <a:srgbClr val="C8B8E0">
                <a:alpha val="4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555480" y="3474720"/>
            <a:ext cx="411480" cy="1554480"/>
          </a:xfrm>
          <a:prstGeom prst="rect">
            <a:avLst/>
          </a:prstGeom>
          <a:solidFill>
            <a:srgbClr val="00C9A7">
              <a:alpha val="9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555480" y="5047488"/>
            <a:ext cx="411480" cy="91440"/>
          </a:xfrm>
          <a:prstGeom prst="rect">
            <a:avLst/>
          </a:prstGeom>
          <a:solidFill>
            <a:srgbClr val="C8B8E0">
              <a:alpha val="40000"/>
            </a:srgbClr>
          </a:solidFill>
          <a:ln w="12700">
            <a:solidFill>
              <a:srgbClr val="C8B8E0">
                <a:alpha val="4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104120" y="3840480"/>
            <a:ext cx="411480" cy="1188720"/>
          </a:xfrm>
          <a:prstGeom prst="rect">
            <a:avLst/>
          </a:prstGeom>
          <a:solidFill>
            <a:srgbClr val="9B6DC8">
              <a:alpha val="90000"/>
            </a:srgbClr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104120" y="5047488"/>
            <a:ext cx="411480" cy="91440"/>
          </a:xfrm>
          <a:prstGeom prst="rect">
            <a:avLst/>
          </a:prstGeom>
          <a:solidFill>
            <a:srgbClr val="C8B8E0">
              <a:alpha val="40000"/>
            </a:srgbClr>
          </a:solidFill>
          <a:ln w="12700">
            <a:solidFill>
              <a:srgbClr val="C8B8E0">
                <a:alpha val="4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412480" y="5029200"/>
            <a:ext cx="2834640" cy="18288"/>
          </a:xfrm>
          <a:prstGeom prst="rect">
            <a:avLst/>
          </a:prstGeom>
          <a:solidFill>
            <a:srgbClr val="C8B8E0">
              <a:alpha val="60000"/>
            </a:srgbClr>
          </a:solidFill>
          <a:ln w="12700">
            <a:solidFill>
              <a:srgbClr val="C8B8E0">
                <a:alpha val="6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828800" y="6675120"/>
            <a:ext cx="10332720" cy="182880"/>
          </a:xfrm>
          <a:prstGeom prst="rect">
            <a:avLst/>
          </a:prstGeom>
          <a:solidFill>
            <a:srgbClr val="2D1145"/>
          </a:solidFill>
          <a:ln w="12700">
            <a:solidFill>
              <a:srgbClr val="2D114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828800" y="6675120"/>
            <a:ext cx="10332720" cy="18288"/>
          </a:xfrm>
          <a:prstGeom prst="rect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200B35"/>
          </a:solidFill>
          <a:ln w="12700">
            <a:solidFill>
              <a:srgbClr val="200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900000">
            <a:off x="-914400" y="4114800"/>
            <a:ext cx="6400800" cy="4572000"/>
          </a:xfrm>
          <a:prstGeom prst="rect">
            <a:avLst/>
          </a:prstGeom>
          <a:solidFill>
            <a:srgbClr val="00C9A7">
              <a:alpha val="8000"/>
            </a:srgbClr>
          </a:solidFill>
          <a:ln w="12700">
            <a:solidFill>
              <a:srgbClr val="00C9A7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600000">
            <a:off x="7315200" y="-914400"/>
            <a:ext cx="5486400" cy="3657600"/>
          </a:xfrm>
          <a:prstGeom prst="rect">
            <a:avLst/>
          </a:prstGeom>
          <a:solidFill>
            <a:srgbClr val="6B3FA0">
              <a:alpha val="15000"/>
            </a:srgbClr>
          </a:solidFill>
          <a:ln w="12700">
            <a:solidFill>
              <a:srgbClr val="6B3FA0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3D1A5E"/>
          </a:solidFill>
          <a:ln w="12700">
            <a:solidFill>
              <a:srgbClr val="3D1A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713232"/>
            <a:ext cx="1216152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7160"/>
            <a:ext cx="1188720" cy="411480"/>
          </a:xfrm>
          <a:prstGeom prst="rect">
            <a:avLst/>
          </a:prstGeom>
          <a:solidFill>
            <a:srgbClr val="9B6DC8">
              <a:alpha val="30000"/>
            </a:srgbClr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0" y="137160"/>
            <a:ext cx="1188720" cy="411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137160"/>
            <a:ext cx="1188720" cy="411480"/>
          </a:xfrm>
          <a:prstGeom prst="rect">
            <a:avLst/>
          </a:prstGeom>
          <a:solidFill>
            <a:srgbClr val="9B6DC8">
              <a:alpha val="30000"/>
            </a:srgbClr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37160"/>
            <a:ext cx="1188720" cy="411480"/>
          </a:xfrm>
          <a:prstGeom prst="rect">
            <a:avLst/>
          </a:prstGeom>
          <a:solidFill>
            <a:srgbClr val="9B6DC8">
              <a:alpha val="30000"/>
            </a:srgbClr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0" y="137160"/>
            <a:ext cx="1188720" cy="411480"/>
          </a:xfrm>
          <a:prstGeom prst="rect">
            <a:avLst/>
          </a:prstGeom>
          <a:solidFill>
            <a:srgbClr val="9B6DC8">
              <a:alpha val="30000"/>
            </a:srgbClr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0" y="155448"/>
            <a:ext cx="411480" cy="4114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914400"/>
            <a:ext cx="2560320" cy="1371600"/>
          </a:xfrm>
          <a:prstGeom prst="rect">
            <a:avLst/>
          </a:prstGeom>
          <a:solidFill>
            <a:srgbClr val="3D1A5E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240280"/>
            <a:ext cx="256032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1051560"/>
            <a:ext cx="365760" cy="365760"/>
          </a:xfrm>
          <a:prstGeom prst="ellipse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554480"/>
            <a:ext cx="1280160" cy="201168"/>
          </a:xfrm>
          <a:prstGeom prst="rect">
            <a:avLst/>
          </a:prstGeom>
          <a:solidFill>
            <a:srgbClr val="F0EAF9">
              <a:alpha val="40000"/>
            </a:srgbClr>
          </a:solidFill>
          <a:ln w="12700">
            <a:solidFill>
              <a:srgbClr val="F0EAF9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1874520"/>
            <a:ext cx="914400" cy="128016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14400"/>
            <a:ext cx="2560320" cy="1371600"/>
          </a:xfrm>
          <a:prstGeom prst="rect">
            <a:avLst/>
          </a:prstGeom>
          <a:solidFill>
            <a:srgbClr val="3D1A5E"/>
          </a:solidFill>
          <a:ln w="12700">
            <a:solidFill>
              <a:srgbClr val="9B6D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2240280"/>
            <a:ext cx="2560320" cy="45720"/>
          </a:xfrm>
          <a:prstGeom prst="rect">
            <a:avLst/>
          </a:prstGeom>
          <a:solidFill>
            <a:srgbClr val="9B6DC8"/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0" y="1051560"/>
            <a:ext cx="365760" cy="365760"/>
          </a:xfrm>
          <a:prstGeom prst="ellipse">
            <a:avLst/>
          </a:prstGeom>
          <a:solidFill>
            <a:srgbClr val="9B6DC8">
              <a:alpha val="80000"/>
            </a:srgbClr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1554480"/>
            <a:ext cx="1280160" cy="201168"/>
          </a:xfrm>
          <a:prstGeom prst="rect">
            <a:avLst/>
          </a:prstGeom>
          <a:solidFill>
            <a:srgbClr val="F0EAF9">
              <a:alpha val="40000"/>
            </a:srgbClr>
          </a:solidFill>
          <a:ln w="12700">
            <a:solidFill>
              <a:srgbClr val="F0EAF9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0" y="1874520"/>
            <a:ext cx="914400" cy="128016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914400"/>
            <a:ext cx="2560320" cy="1371600"/>
          </a:xfrm>
          <a:prstGeom prst="rect">
            <a:avLst/>
          </a:prstGeom>
          <a:solidFill>
            <a:srgbClr val="3D1A5E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2240280"/>
            <a:ext cx="256032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1051560"/>
            <a:ext cx="365760" cy="365760"/>
          </a:xfrm>
          <a:prstGeom prst="ellipse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1554480"/>
            <a:ext cx="1280160" cy="201168"/>
          </a:xfrm>
          <a:prstGeom prst="rect">
            <a:avLst/>
          </a:prstGeom>
          <a:solidFill>
            <a:srgbClr val="F0EAF9">
              <a:alpha val="40000"/>
            </a:srgbClr>
          </a:solidFill>
          <a:ln w="12700">
            <a:solidFill>
              <a:srgbClr val="F0EAF9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1874520"/>
            <a:ext cx="914400" cy="128016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69680" y="914400"/>
            <a:ext cx="2560320" cy="1371600"/>
          </a:xfrm>
          <a:prstGeom prst="rect">
            <a:avLst/>
          </a:prstGeom>
          <a:solidFill>
            <a:srgbClr val="3D1A5E"/>
          </a:solidFill>
          <a:ln w="12700">
            <a:solidFill>
              <a:srgbClr val="9B6D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869680" y="2240280"/>
            <a:ext cx="2560320" cy="45720"/>
          </a:xfrm>
          <a:prstGeom prst="rect">
            <a:avLst/>
          </a:prstGeom>
          <a:solidFill>
            <a:srgbClr val="9B6DC8"/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52560" y="1051560"/>
            <a:ext cx="365760" cy="365760"/>
          </a:xfrm>
          <a:prstGeom prst="ellipse">
            <a:avLst/>
          </a:prstGeom>
          <a:solidFill>
            <a:srgbClr val="9B6DC8">
              <a:alpha val="80000"/>
            </a:srgbClr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52560" y="1554480"/>
            <a:ext cx="1280160" cy="201168"/>
          </a:xfrm>
          <a:prstGeom prst="rect">
            <a:avLst/>
          </a:prstGeom>
          <a:solidFill>
            <a:srgbClr val="F0EAF9">
              <a:alpha val="40000"/>
            </a:srgbClr>
          </a:solidFill>
          <a:ln w="12700">
            <a:solidFill>
              <a:srgbClr val="F0EAF9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52560" y="1874520"/>
            <a:ext cx="914400" cy="128016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2468880"/>
            <a:ext cx="4114800" cy="3840480"/>
          </a:xfrm>
          <a:prstGeom prst="rect">
            <a:avLst/>
          </a:prstGeom>
          <a:solidFill>
            <a:srgbClr val="3D1A5E"/>
          </a:solidFill>
          <a:ln w="6350">
            <a:solidFill>
              <a:srgbClr val="9B6D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2468880"/>
            <a:ext cx="54864" cy="3840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4400" y="2926080"/>
            <a:ext cx="2377440" cy="2377440"/>
          </a:xfrm>
          <a:prstGeom prst="ellipse">
            <a:avLst/>
          </a:prstGeom>
          <a:solidFill>
            <a:srgbClr val="6B3FA0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17320" y="3429000"/>
            <a:ext cx="1371600" cy="1371600"/>
          </a:xfrm>
          <a:prstGeom prst="ellipse">
            <a:avLst/>
          </a:prstGeom>
          <a:solidFill>
            <a:srgbClr val="3D1A5E"/>
          </a:solidFill>
          <a:ln w="12700">
            <a:solidFill>
              <a:srgbClr val="3D1A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4400" y="2926080"/>
            <a:ext cx="2377440" cy="2377440"/>
          </a:xfrm>
          <a:prstGeom prst="ellipse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87552" y="2999232"/>
            <a:ext cx="2231136" cy="2231136"/>
          </a:xfrm>
          <a:prstGeom prst="ellipse">
            <a:avLst/>
          </a:prstGeom>
          <a:solidFill>
            <a:srgbClr val="9B6DC8">
              <a:alpha val="70000"/>
            </a:srgbClr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60704" y="3072384"/>
            <a:ext cx="2084832" cy="2084832"/>
          </a:xfrm>
          <a:prstGeom prst="ellipse">
            <a:avLst/>
          </a:prstGeom>
          <a:solidFill>
            <a:srgbClr val="00E5C0">
              <a:alpha val="60000"/>
            </a:srgbClr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33856" y="3145536"/>
            <a:ext cx="1938528" cy="1938528"/>
          </a:xfrm>
          <a:prstGeom prst="ellipse">
            <a:avLst/>
          </a:prstGeom>
          <a:solidFill>
            <a:srgbClr val="7B4FBF">
              <a:alpha val="50000"/>
            </a:srgbClr>
          </a:solidFill>
          <a:ln w="12700">
            <a:solidFill>
              <a:srgbClr val="7B4FB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207008" y="3218688"/>
            <a:ext cx="1792224" cy="1792224"/>
          </a:xfrm>
          <a:prstGeom prst="ellipse">
            <a:avLst/>
          </a:prstGeom>
          <a:solidFill>
            <a:srgbClr val="009F85">
              <a:alpha val="40000"/>
            </a:srgbClr>
          </a:solidFill>
          <a:ln w="12700">
            <a:solidFill>
              <a:srgbClr val="009F8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17320" y="3429000"/>
            <a:ext cx="1371600" cy="1371600"/>
          </a:xfrm>
          <a:prstGeom prst="ellipse">
            <a:avLst/>
          </a:prstGeom>
          <a:solidFill>
            <a:srgbClr val="3D1A5E"/>
          </a:solidFill>
          <a:ln w="12700">
            <a:solidFill>
              <a:srgbClr val="3D1A5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20440" y="3017520"/>
            <a:ext cx="164592" cy="16459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49040" y="3044952"/>
            <a:ext cx="548640" cy="109728"/>
          </a:xfrm>
          <a:prstGeom prst="rect">
            <a:avLst/>
          </a:prstGeom>
          <a:solidFill>
            <a:srgbClr val="C8B8E0">
              <a:alpha val="40000"/>
            </a:srgbClr>
          </a:solidFill>
          <a:ln w="12700">
            <a:solidFill>
              <a:srgbClr val="C8B8E0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20440" y="3520440"/>
            <a:ext cx="164592" cy="164592"/>
          </a:xfrm>
          <a:prstGeom prst="ellipse">
            <a:avLst/>
          </a:prstGeom>
          <a:solidFill>
            <a:srgbClr val="9B6DC8"/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49040" y="3547872"/>
            <a:ext cx="548640" cy="109728"/>
          </a:xfrm>
          <a:prstGeom prst="rect">
            <a:avLst/>
          </a:prstGeom>
          <a:solidFill>
            <a:srgbClr val="C8B8E0">
              <a:alpha val="40000"/>
            </a:srgbClr>
          </a:solidFill>
          <a:ln w="12700">
            <a:solidFill>
              <a:srgbClr val="C8B8E0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520440" y="4023360"/>
            <a:ext cx="164592" cy="164592"/>
          </a:xfrm>
          <a:prstGeom prst="ellipse">
            <a:avLst/>
          </a:prstGeom>
          <a:solidFill>
            <a:srgbClr val="00E5C0"/>
          </a:solidFill>
          <a:ln w="12700">
            <a:solidFill>
              <a:srgbClr val="00E5C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49040" y="4050792"/>
            <a:ext cx="548640" cy="109728"/>
          </a:xfrm>
          <a:prstGeom prst="rect">
            <a:avLst/>
          </a:prstGeom>
          <a:solidFill>
            <a:srgbClr val="C8B8E0">
              <a:alpha val="40000"/>
            </a:srgbClr>
          </a:solidFill>
          <a:ln w="12700">
            <a:solidFill>
              <a:srgbClr val="C8B8E0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20440" y="4526280"/>
            <a:ext cx="164592" cy="164592"/>
          </a:xfrm>
          <a:prstGeom prst="ellipse">
            <a:avLst/>
          </a:prstGeom>
          <a:solidFill>
            <a:srgbClr val="7B4FBF"/>
          </a:solidFill>
          <a:ln w="12700">
            <a:solidFill>
              <a:srgbClr val="7B4FB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0" y="4553712"/>
            <a:ext cx="548640" cy="109728"/>
          </a:xfrm>
          <a:prstGeom prst="rect">
            <a:avLst/>
          </a:prstGeom>
          <a:solidFill>
            <a:srgbClr val="C8B8E0">
              <a:alpha val="40000"/>
            </a:srgbClr>
          </a:solidFill>
          <a:ln w="12700">
            <a:solidFill>
              <a:srgbClr val="C8B8E0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20440" y="5029200"/>
            <a:ext cx="164592" cy="164592"/>
          </a:xfrm>
          <a:prstGeom prst="ellipse">
            <a:avLst/>
          </a:prstGeom>
          <a:solidFill>
            <a:srgbClr val="009F85"/>
          </a:solidFill>
          <a:ln w="12700">
            <a:solidFill>
              <a:srgbClr val="009F8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749040" y="5056632"/>
            <a:ext cx="548640" cy="109728"/>
          </a:xfrm>
          <a:prstGeom prst="rect">
            <a:avLst/>
          </a:prstGeom>
          <a:solidFill>
            <a:srgbClr val="C8B8E0">
              <a:alpha val="40000"/>
            </a:srgbClr>
          </a:solidFill>
          <a:ln w="12700">
            <a:solidFill>
              <a:srgbClr val="C8B8E0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63440" y="2468880"/>
            <a:ext cx="7315200" cy="3840480"/>
          </a:xfrm>
          <a:prstGeom prst="rect">
            <a:avLst/>
          </a:prstGeom>
          <a:solidFill>
            <a:srgbClr val="3D1A5E"/>
          </a:solidFill>
          <a:ln w="6350">
            <a:solidFill>
              <a:srgbClr val="9B6D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663440" y="2468880"/>
            <a:ext cx="54864" cy="3840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937760" y="2834640"/>
            <a:ext cx="5029200" cy="347472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875520" y="2926080"/>
            <a:ext cx="164592" cy="16459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937760" y="3227832"/>
            <a:ext cx="1097280" cy="91440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937760" y="3337560"/>
            <a:ext cx="3657600" cy="347472"/>
          </a:xfrm>
          <a:prstGeom prst="rect">
            <a:avLst/>
          </a:prstGeom>
          <a:solidFill>
            <a:srgbClr val="9B6DC8">
              <a:alpha val="80000"/>
            </a:srgbClr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503920" y="3429000"/>
            <a:ext cx="164592" cy="164592"/>
          </a:xfrm>
          <a:prstGeom prst="ellipse">
            <a:avLst/>
          </a:prstGeom>
          <a:solidFill>
            <a:srgbClr val="9B6DC8"/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937760" y="3730752"/>
            <a:ext cx="1097280" cy="91440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937760" y="3840480"/>
            <a:ext cx="5669280" cy="347472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515600" y="3931920"/>
            <a:ext cx="164592" cy="16459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937760" y="4233672"/>
            <a:ext cx="1097280" cy="91440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37760" y="4343400"/>
            <a:ext cx="2743200" cy="347472"/>
          </a:xfrm>
          <a:prstGeom prst="rect">
            <a:avLst/>
          </a:prstGeom>
          <a:solidFill>
            <a:srgbClr val="9B6DC8">
              <a:alpha val="80000"/>
            </a:srgbClr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589520" y="4434840"/>
            <a:ext cx="164592" cy="164592"/>
          </a:xfrm>
          <a:prstGeom prst="ellipse">
            <a:avLst/>
          </a:prstGeom>
          <a:solidFill>
            <a:srgbClr val="9B6DC8"/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937760" y="4736592"/>
            <a:ext cx="1097280" cy="91440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937760" y="4846320"/>
            <a:ext cx="4389120" cy="347472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235440" y="4937760"/>
            <a:ext cx="164592" cy="16459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937760" y="5239512"/>
            <a:ext cx="1097280" cy="91440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937760" y="5349240"/>
            <a:ext cx="2286000" cy="347472"/>
          </a:xfrm>
          <a:prstGeom prst="rect">
            <a:avLst/>
          </a:prstGeom>
          <a:solidFill>
            <a:srgbClr val="9B6DC8">
              <a:alpha val="80000"/>
            </a:srgbClr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132320" y="5440680"/>
            <a:ext cx="164592" cy="164592"/>
          </a:xfrm>
          <a:prstGeom prst="ellipse">
            <a:avLst/>
          </a:prstGeom>
          <a:solidFill>
            <a:srgbClr val="9B6DC8"/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937760" y="5742432"/>
            <a:ext cx="1097280" cy="91440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3D1A5E"/>
          </a:solidFill>
          <a:ln w="12700">
            <a:solidFill>
              <a:srgbClr val="3D1A5E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0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914400"/>
            <a:ext cx="5486400" cy="5486400"/>
          </a:xfrm>
          <a:prstGeom prst="ellipse">
            <a:avLst/>
          </a:prstGeom>
          <a:solidFill>
            <a:srgbClr val="00C9A7">
              <a:alpha val="6000"/>
            </a:srgbClr>
          </a:solidFill>
          <a:ln w="12700">
            <a:solidFill>
              <a:srgbClr val="00C9A7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657600"/>
            <a:ext cx="4572000" cy="4572000"/>
          </a:xfrm>
          <a:prstGeom prst="ellipse">
            <a:avLst/>
          </a:prstGeom>
          <a:solidFill>
            <a:srgbClr val="6B3FA0">
              <a:alpha val="10000"/>
            </a:srgbClr>
          </a:solidFill>
          <a:ln w="12700">
            <a:solidFill>
              <a:srgbClr val="6B3FA0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3D1A5E"/>
          </a:solidFill>
          <a:ln w="12700">
            <a:solidFill>
              <a:srgbClr val="3D1A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886968"/>
            <a:ext cx="1216152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0" y="365760"/>
            <a:ext cx="182880" cy="182880"/>
          </a:xfrm>
          <a:prstGeom prst="ellipse">
            <a:avLst/>
          </a:prstGeom>
          <a:solidFill>
            <a:srgbClr val="9B6DC8">
              <a:alpha val="50000"/>
            </a:srgbClr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35640" y="365760"/>
            <a:ext cx="182880" cy="182880"/>
          </a:xfrm>
          <a:prstGeom prst="ellipse">
            <a:avLst/>
          </a:prstGeom>
          <a:solidFill>
            <a:srgbClr val="9B6DC8">
              <a:alpha val="50000"/>
            </a:srgbClr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0" y="365760"/>
            <a:ext cx="182880" cy="1828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75720" y="365760"/>
            <a:ext cx="182880" cy="182880"/>
          </a:xfrm>
          <a:prstGeom prst="ellipse">
            <a:avLst/>
          </a:prstGeom>
          <a:solidFill>
            <a:srgbClr val="9B6DC8">
              <a:alpha val="50000"/>
            </a:srgbClr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097280"/>
            <a:ext cx="7132320" cy="5212080"/>
          </a:xfrm>
          <a:prstGeom prst="rect">
            <a:avLst/>
          </a:prstGeom>
          <a:solidFill>
            <a:srgbClr val="3D1A5E"/>
          </a:solidFill>
          <a:ln w="6350">
            <a:solidFill>
              <a:srgbClr val="9B6D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097280"/>
            <a:ext cx="713232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1508760"/>
            <a:ext cx="274320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1508760"/>
            <a:ext cx="5943600" cy="347472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56832" y="1591056"/>
            <a:ext cx="182880" cy="1828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1901952"/>
            <a:ext cx="1371600" cy="91440"/>
          </a:xfrm>
          <a:prstGeom prst="rect">
            <a:avLst/>
          </a:prstGeom>
          <a:solidFill>
            <a:srgbClr val="C8B8E0">
              <a:alpha val="40000"/>
            </a:srgbClr>
          </a:solidFill>
          <a:ln w="12700">
            <a:solidFill>
              <a:srgbClr val="C8B8E0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039112"/>
            <a:ext cx="274320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2039112"/>
            <a:ext cx="5303520" cy="347472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16752" y="2121408"/>
            <a:ext cx="182880" cy="1828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2432304"/>
            <a:ext cx="1371600" cy="91440"/>
          </a:xfrm>
          <a:prstGeom prst="rect">
            <a:avLst/>
          </a:prstGeom>
          <a:solidFill>
            <a:srgbClr val="C8B8E0">
              <a:alpha val="40000"/>
            </a:srgbClr>
          </a:solidFill>
          <a:ln w="12700">
            <a:solidFill>
              <a:srgbClr val="C8B8E0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569464"/>
            <a:ext cx="274320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2569464"/>
            <a:ext cx="4663440" cy="347472"/>
          </a:xfrm>
          <a:prstGeom prst="rect">
            <a:avLst/>
          </a:prstGeom>
          <a:solidFill>
            <a:srgbClr val="9B6DC8">
              <a:alpha val="85000"/>
            </a:srgbClr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76672" y="2651760"/>
            <a:ext cx="182880" cy="182880"/>
          </a:xfrm>
          <a:prstGeom prst="ellipse">
            <a:avLst/>
          </a:prstGeom>
          <a:solidFill>
            <a:srgbClr val="9B6DC8"/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2962656"/>
            <a:ext cx="1371600" cy="91440"/>
          </a:xfrm>
          <a:prstGeom prst="rect">
            <a:avLst/>
          </a:prstGeom>
          <a:solidFill>
            <a:srgbClr val="C8B8E0">
              <a:alpha val="40000"/>
            </a:srgbClr>
          </a:solidFill>
          <a:ln w="12700">
            <a:solidFill>
              <a:srgbClr val="C8B8E0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099816"/>
            <a:ext cx="274320" cy="34747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3099816"/>
            <a:ext cx="4114800" cy="347472"/>
          </a:xfrm>
          <a:prstGeom prst="rect">
            <a:avLst/>
          </a:prstGeom>
          <a:solidFill>
            <a:srgbClr val="9B6DC8">
              <a:alpha val="85000"/>
            </a:srgbClr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28032" y="3182112"/>
            <a:ext cx="182880" cy="182880"/>
          </a:xfrm>
          <a:prstGeom prst="ellipse">
            <a:avLst/>
          </a:prstGeom>
          <a:solidFill>
            <a:srgbClr val="9B6DC8"/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3493008"/>
            <a:ext cx="1371600" cy="91440"/>
          </a:xfrm>
          <a:prstGeom prst="rect">
            <a:avLst/>
          </a:prstGeom>
          <a:solidFill>
            <a:srgbClr val="C8B8E0">
              <a:alpha val="40000"/>
            </a:srgbClr>
          </a:solidFill>
          <a:ln w="12700">
            <a:solidFill>
              <a:srgbClr val="C8B8E0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3630168"/>
            <a:ext cx="274320" cy="34747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3630168"/>
            <a:ext cx="3566160" cy="347472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79392" y="3712464"/>
            <a:ext cx="182880" cy="1828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" y="4023360"/>
            <a:ext cx="1371600" cy="91440"/>
          </a:xfrm>
          <a:prstGeom prst="rect">
            <a:avLst/>
          </a:prstGeom>
          <a:solidFill>
            <a:srgbClr val="C8B8E0">
              <a:alpha val="40000"/>
            </a:srgbClr>
          </a:solidFill>
          <a:ln w="12700">
            <a:solidFill>
              <a:srgbClr val="C8B8E0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4160520"/>
            <a:ext cx="274320" cy="34747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" y="4160520"/>
            <a:ext cx="2926080" cy="347472"/>
          </a:xfrm>
          <a:prstGeom prst="rect">
            <a:avLst/>
          </a:prstGeom>
          <a:solidFill>
            <a:srgbClr val="9B6DC8">
              <a:alpha val="85000"/>
            </a:srgbClr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39312" y="4242816"/>
            <a:ext cx="182880" cy="182880"/>
          </a:xfrm>
          <a:prstGeom prst="ellipse">
            <a:avLst/>
          </a:prstGeom>
          <a:solidFill>
            <a:srgbClr val="9B6DC8"/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" y="4553712"/>
            <a:ext cx="1371600" cy="91440"/>
          </a:xfrm>
          <a:prstGeom prst="rect">
            <a:avLst/>
          </a:prstGeom>
          <a:solidFill>
            <a:srgbClr val="C8B8E0">
              <a:alpha val="40000"/>
            </a:srgbClr>
          </a:solidFill>
          <a:ln w="12700">
            <a:solidFill>
              <a:srgbClr val="C8B8E0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" y="4690872"/>
            <a:ext cx="274320" cy="34747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" y="4690872"/>
            <a:ext cx="2377440" cy="347472"/>
          </a:xfrm>
          <a:prstGeom prst="rect">
            <a:avLst/>
          </a:prstGeom>
          <a:solidFill>
            <a:srgbClr val="7B4FBF">
              <a:alpha val="85000"/>
            </a:srgbClr>
          </a:solidFill>
          <a:ln w="12700">
            <a:solidFill>
              <a:srgbClr val="7B4FB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90672" y="4773168"/>
            <a:ext cx="182880" cy="182880"/>
          </a:xfrm>
          <a:prstGeom prst="ellipse">
            <a:avLst/>
          </a:prstGeom>
          <a:solidFill>
            <a:srgbClr val="7B4FBF"/>
          </a:solidFill>
          <a:ln w="12700">
            <a:solidFill>
              <a:srgbClr val="7B4FB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" y="5084064"/>
            <a:ext cx="1371600" cy="91440"/>
          </a:xfrm>
          <a:prstGeom prst="rect">
            <a:avLst/>
          </a:prstGeom>
          <a:solidFill>
            <a:srgbClr val="C8B8E0">
              <a:alpha val="40000"/>
            </a:srgbClr>
          </a:solidFill>
          <a:ln w="12700">
            <a:solidFill>
              <a:srgbClr val="C8B8E0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1480" y="5221224"/>
            <a:ext cx="274320" cy="34747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2960" y="5221224"/>
            <a:ext cx="1645920" cy="347472"/>
          </a:xfrm>
          <a:prstGeom prst="rect">
            <a:avLst/>
          </a:prstGeom>
          <a:solidFill>
            <a:srgbClr val="7B4FBF">
              <a:alpha val="85000"/>
            </a:srgbClr>
          </a:solidFill>
          <a:ln w="12700">
            <a:solidFill>
              <a:srgbClr val="7B4FB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359152" y="5303520"/>
            <a:ext cx="182880" cy="182880"/>
          </a:xfrm>
          <a:prstGeom prst="ellipse">
            <a:avLst/>
          </a:prstGeom>
          <a:solidFill>
            <a:srgbClr val="7B4FBF"/>
          </a:solidFill>
          <a:ln w="12700">
            <a:solidFill>
              <a:srgbClr val="7B4FB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2960" y="5614416"/>
            <a:ext cx="1371600" cy="91440"/>
          </a:xfrm>
          <a:prstGeom prst="rect">
            <a:avLst/>
          </a:prstGeom>
          <a:solidFill>
            <a:srgbClr val="C8B8E0">
              <a:alpha val="40000"/>
            </a:srgbClr>
          </a:solidFill>
          <a:ln w="12700">
            <a:solidFill>
              <a:srgbClr val="C8B8E0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80960" y="1097280"/>
            <a:ext cx="4206240" cy="1920240"/>
          </a:xfrm>
          <a:prstGeom prst="rect">
            <a:avLst/>
          </a:prstGeom>
          <a:solidFill>
            <a:srgbClr val="6B3FA0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9601200" y="457200"/>
            <a:ext cx="2743200" cy="2743200"/>
          </a:xfrm>
          <a:prstGeom prst="ellips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1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80960" y="1097280"/>
            <a:ext cx="73152" cy="19202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55280" y="1463040"/>
            <a:ext cx="1828800" cy="274320"/>
          </a:xfrm>
          <a:prstGeom prst="rect">
            <a:avLst/>
          </a:prstGeom>
          <a:solidFill>
            <a:srgbClr val="F0EAF9">
              <a:alpha val="45000"/>
            </a:srgbClr>
          </a:solidFill>
          <a:ln w="12700">
            <a:solidFill>
              <a:srgbClr val="F0EAF9">
                <a:alpha val="4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55280" y="1828800"/>
            <a:ext cx="1188720" cy="146304"/>
          </a:xfrm>
          <a:prstGeom prst="rect">
            <a:avLst/>
          </a:prstGeom>
          <a:solidFill>
            <a:srgbClr val="C8B8E0">
              <a:alpha val="40000"/>
            </a:srgbClr>
          </a:solidFill>
          <a:ln w="12700">
            <a:solidFill>
              <a:srgbClr val="C8B8E0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0" y="3200400"/>
            <a:ext cx="2377440" cy="1371600"/>
          </a:xfrm>
          <a:prstGeom prst="rect">
            <a:avLst/>
          </a:prstGeom>
          <a:solidFill>
            <a:srgbClr val="3D1A5E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680960" y="3200400"/>
            <a:ext cx="237744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863840" y="3383280"/>
            <a:ext cx="320040" cy="320040"/>
          </a:xfrm>
          <a:prstGeom prst="ellipse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863840" y="3840480"/>
            <a:ext cx="1280160" cy="182880"/>
          </a:xfrm>
          <a:prstGeom prst="rect">
            <a:avLst/>
          </a:prstGeom>
          <a:solidFill>
            <a:srgbClr val="F0EAF9">
              <a:alpha val="40000"/>
            </a:srgbClr>
          </a:solidFill>
          <a:ln w="12700">
            <a:solidFill>
              <a:srgbClr val="F0EAF9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863840" y="4114800"/>
            <a:ext cx="822960" cy="109728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195560" y="3200400"/>
            <a:ext cx="2377440" cy="1371600"/>
          </a:xfrm>
          <a:prstGeom prst="rect">
            <a:avLst/>
          </a:prstGeom>
          <a:solidFill>
            <a:srgbClr val="3D1A5E"/>
          </a:solidFill>
          <a:ln w="12700">
            <a:solidFill>
              <a:srgbClr val="9B6D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10195560" y="3200400"/>
            <a:ext cx="2377440" cy="54864"/>
          </a:xfrm>
          <a:prstGeom prst="rect">
            <a:avLst/>
          </a:prstGeom>
          <a:solidFill>
            <a:srgbClr val="9B6DC8"/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378440" y="3383280"/>
            <a:ext cx="320040" cy="320040"/>
          </a:xfrm>
          <a:prstGeom prst="ellipse">
            <a:avLst/>
          </a:prstGeom>
          <a:solidFill>
            <a:srgbClr val="9B6DC8">
              <a:alpha val="80000"/>
            </a:srgbClr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378440" y="3840480"/>
            <a:ext cx="1280160" cy="182880"/>
          </a:xfrm>
          <a:prstGeom prst="rect">
            <a:avLst/>
          </a:prstGeom>
          <a:solidFill>
            <a:srgbClr val="F0EAF9">
              <a:alpha val="40000"/>
            </a:srgbClr>
          </a:solidFill>
          <a:ln w="12700">
            <a:solidFill>
              <a:srgbClr val="F0EAF9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378440" y="4114800"/>
            <a:ext cx="822960" cy="109728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680960" y="4754880"/>
            <a:ext cx="4206240" cy="1554480"/>
          </a:xfrm>
          <a:prstGeom prst="rect">
            <a:avLst/>
          </a:prstGeom>
          <a:solidFill>
            <a:srgbClr val="3D1A5E"/>
          </a:solidFill>
          <a:ln w="6350">
            <a:solidFill>
              <a:srgbClr val="9B6D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 rot="-2212194">
            <a:off x="7863840" y="5943600"/>
            <a:ext cx="4572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1593903">
            <a:off x="8229600" y="5669280"/>
            <a:ext cx="408932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-3080412">
            <a:off x="8595360" y="5852160"/>
            <a:ext cx="585502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-1593903">
            <a:off x="8961120" y="5394960"/>
            <a:ext cx="408932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2212194">
            <a:off x="9326880" y="5212080"/>
            <a:ext cx="4572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-3080412">
            <a:off x="9692640" y="5486400"/>
            <a:ext cx="585502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-842175">
            <a:off x="10058400" y="5029200"/>
            <a:ext cx="377017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1593903">
            <a:off x="10424160" y="4937760"/>
            <a:ext cx="408932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-2212194">
            <a:off x="10789920" y="5120640"/>
            <a:ext cx="4572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680960" y="4754880"/>
            <a:ext cx="54864" cy="1554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3D1A5E"/>
          </a:solidFill>
          <a:ln w="12700">
            <a:solidFill>
              <a:srgbClr val="3D1A5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0" y="6656832"/>
            <a:ext cx="1216152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0"/>
          </a:xfrm>
          <a:prstGeom prst="rect">
            <a:avLst/>
          </a:prstGeom>
          <a:solidFill>
            <a:srgbClr val="4A1E6B"/>
          </a:solidFill>
          <a:ln w="12700">
            <a:solidFill>
              <a:srgbClr val="4A1E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20000">
            <a:off x="0" y="1645920"/>
            <a:ext cx="12161520" cy="731520"/>
          </a:xfrm>
          <a:prstGeom prst="rect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84248"/>
            <a:ext cx="1216152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82880"/>
            <a:ext cx="3200400" cy="1554480"/>
          </a:xfrm>
          <a:prstGeom prst="rect">
            <a:avLst/>
          </a:prstGeom>
          <a:solidFill>
            <a:srgbClr val="3D1A5E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82880"/>
            <a:ext cx="32004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502920"/>
            <a:ext cx="2834640" cy="411480"/>
          </a:xfrm>
          <a:prstGeom prst="rect">
            <a:avLst/>
          </a:prstGeom>
          <a:solidFill>
            <a:srgbClr val="2D1145"/>
          </a:solidFill>
          <a:ln w="12700">
            <a:solidFill>
              <a:srgbClr val="C8B8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594360"/>
            <a:ext cx="182880" cy="2286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51560"/>
            <a:ext cx="777240" cy="256032"/>
          </a:xfrm>
          <a:prstGeom prst="rect">
            <a:avLst/>
          </a:prstGeom>
          <a:solidFill>
            <a:srgbClr val="9B6DC8">
              <a:alpha val="50000"/>
            </a:srgbClr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051560"/>
            <a:ext cx="777240" cy="256032"/>
          </a:xfrm>
          <a:prstGeom prst="rect">
            <a:avLst/>
          </a:prstGeom>
          <a:solidFill>
            <a:srgbClr val="9B6DC8">
              <a:alpha val="50000"/>
            </a:srgbClr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1051560"/>
            <a:ext cx="777240" cy="256032"/>
          </a:xfrm>
          <a:prstGeom prst="rect">
            <a:avLst/>
          </a:prstGeom>
          <a:solidFill>
            <a:srgbClr val="9B6DC8">
              <a:alpha val="50000"/>
            </a:srgbClr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371600"/>
            <a:ext cx="777240" cy="256032"/>
          </a:xfrm>
          <a:prstGeom prst="rect">
            <a:avLst/>
          </a:prstGeom>
          <a:solidFill>
            <a:srgbClr val="9B6DC8">
              <a:alpha val="50000"/>
            </a:srgbClr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0" y="182880"/>
            <a:ext cx="4572000" cy="1554480"/>
          </a:xfrm>
          <a:prstGeom prst="rect">
            <a:avLst/>
          </a:prstGeom>
          <a:solidFill>
            <a:srgbClr val="3D1A5E"/>
          </a:solidFill>
          <a:ln w="6350">
            <a:solidFill>
              <a:srgbClr val="9B6D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931920" y="320040"/>
            <a:ext cx="914400" cy="914400"/>
          </a:xfrm>
          <a:prstGeom prst="ellipse">
            <a:avLst/>
          </a:prstGeom>
          <a:solidFill>
            <a:srgbClr val="6B3FA0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548640"/>
            <a:ext cx="1828800" cy="228600"/>
          </a:xfrm>
          <a:prstGeom prst="rect">
            <a:avLst/>
          </a:prstGeom>
          <a:solidFill>
            <a:srgbClr val="F0EAF9">
              <a:alpha val="45000"/>
            </a:srgbClr>
          </a:solidFill>
          <a:ln w="12700">
            <a:solidFill>
              <a:srgbClr val="F0EAF9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868680"/>
            <a:ext cx="1280160" cy="146304"/>
          </a:xfrm>
          <a:prstGeom prst="rect">
            <a:avLst/>
          </a:prstGeom>
          <a:solidFill>
            <a:srgbClr val="C8B8E0">
              <a:alpha val="40000"/>
            </a:srgbClr>
          </a:solidFill>
          <a:ln w="12700">
            <a:solidFill>
              <a:srgbClr val="C8B8E0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0" y="1188720"/>
            <a:ext cx="146304" cy="14630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03920" y="182880"/>
            <a:ext cx="3383280" cy="1554480"/>
          </a:xfrm>
          <a:prstGeom prst="rect">
            <a:avLst/>
          </a:prstGeom>
          <a:solidFill>
            <a:srgbClr val="3D1A5E"/>
          </a:solidFill>
          <a:ln w="6350">
            <a:solidFill>
              <a:srgbClr val="9B6D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0" y="502920"/>
            <a:ext cx="868680" cy="365760"/>
          </a:xfrm>
          <a:prstGeom prst="rect">
            <a:avLst/>
          </a:prstGeom>
          <a:solidFill>
            <a:srgbClr val="9B6DC8">
              <a:alpha val="45000"/>
            </a:srgbClr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0" y="502920"/>
            <a:ext cx="868680" cy="3657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98480" y="502920"/>
            <a:ext cx="868680" cy="365760"/>
          </a:xfrm>
          <a:prstGeom prst="rect">
            <a:avLst/>
          </a:prstGeom>
          <a:solidFill>
            <a:srgbClr val="9B6DC8">
              <a:alpha val="45000"/>
            </a:srgbClr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1051560"/>
            <a:ext cx="2834640" cy="109728"/>
          </a:xfrm>
          <a:prstGeom prst="rect">
            <a:avLst/>
          </a:prstGeom>
          <a:solidFill>
            <a:srgbClr val="C8B8E0">
              <a:alpha val="40000"/>
            </a:srgbClr>
          </a:solidFill>
          <a:ln w="12700">
            <a:solidFill>
              <a:srgbClr val="C8B8E0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240280"/>
            <a:ext cx="2606040" cy="1828800"/>
          </a:xfrm>
          <a:prstGeom prst="rect">
            <a:avLst/>
          </a:prstGeom>
          <a:solidFill>
            <a:srgbClr val="3D1A5E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240280"/>
            <a:ext cx="260604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2423160"/>
            <a:ext cx="457200" cy="457200"/>
          </a:xfrm>
          <a:prstGeom prst="ellipse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063240"/>
            <a:ext cx="1554480" cy="274320"/>
          </a:xfrm>
          <a:prstGeom prst="rect">
            <a:avLst/>
          </a:prstGeom>
          <a:solidFill>
            <a:srgbClr val="F0EAF9">
              <a:alpha val="50000"/>
            </a:srgbClr>
          </a:solidFill>
          <a:ln w="12700">
            <a:solidFill>
              <a:srgbClr val="F0EAF9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429000"/>
            <a:ext cx="1005840" cy="137160"/>
          </a:xfrm>
          <a:prstGeom prst="rect">
            <a:avLst/>
          </a:prstGeom>
          <a:solidFill>
            <a:srgbClr val="C8B8E0">
              <a:alpha val="40000"/>
            </a:srgbClr>
          </a:solidFill>
          <a:ln w="12700">
            <a:solidFill>
              <a:srgbClr val="C8B8E0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94560" y="2423160"/>
            <a:ext cx="457200" cy="201168"/>
          </a:xfrm>
          <a:prstGeom prst="rect">
            <a:avLst/>
          </a:prstGeom>
          <a:solidFill>
            <a:srgbClr val="00C9A7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08960" y="2240280"/>
            <a:ext cx="2606040" cy="1828800"/>
          </a:xfrm>
          <a:prstGeom prst="rect">
            <a:avLst/>
          </a:prstGeom>
          <a:solidFill>
            <a:srgbClr val="3D1A5E"/>
          </a:solidFill>
          <a:ln w="19050">
            <a:solidFill>
              <a:srgbClr val="9B6D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08960" y="2240280"/>
            <a:ext cx="2606040" cy="73152"/>
          </a:xfrm>
          <a:prstGeom prst="rect">
            <a:avLst/>
          </a:prstGeom>
          <a:solidFill>
            <a:srgbClr val="9B6DC8"/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37560" y="2423160"/>
            <a:ext cx="457200" cy="457200"/>
          </a:xfrm>
          <a:prstGeom prst="ellipse">
            <a:avLst/>
          </a:prstGeom>
          <a:solidFill>
            <a:srgbClr val="9B6DC8">
              <a:alpha val="80000"/>
            </a:srgbClr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37560" y="3063240"/>
            <a:ext cx="1554480" cy="274320"/>
          </a:xfrm>
          <a:prstGeom prst="rect">
            <a:avLst/>
          </a:prstGeom>
          <a:solidFill>
            <a:srgbClr val="F0EAF9">
              <a:alpha val="50000"/>
            </a:srgbClr>
          </a:solidFill>
          <a:ln w="12700">
            <a:solidFill>
              <a:srgbClr val="F0EAF9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37560" y="3429000"/>
            <a:ext cx="1005840" cy="137160"/>
          </a:xfrm>
          <a:prstGeom prst="rect">
            <a:avLst/>
          </a:prstGeom>
          <a:solidFill>
            <a:srgbClr val="C8B8E0">
              <a:alpha val="40000"/>
            </a:srgbClr>
          </a:solidFill>
          <a:ln w="12700">
            <a:solidFill>
              <a:srgbClr val="C8B8E0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0" y="2423160"/>
            <a:ext cx="457200" cy="201168"/>
          </a:xfrm>
          <a:prstGeom prst="rect">
            <a:avLst/>
          </a:prstGeom>
          <a:solidFill>
            <a:srgbClr val="9B6DC8">
              <a:alpha val="70000"/>
            </a:srgbClr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2240280"/>
            <a:ext cx="5943600" cy="1828800"/>
          </a:xfrm>
          <a:prstGeom prst="rect">
            <a:avLst/>
          </a:prstGeom>
          <a:solidFill>
            <a:srgbClr val="3D1A5E"/>
          </a:solidFill>
          <a:ln w="6350">
            <a:solidFill>
              <a:srgbClr val="9B6D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43600" y="2240280"/>
            <a:ext cx="59436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-1857825">
            <a:off x="6126480" y="3749040"/>
            <a:ext cx="533182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1308085">
            <a:off x="6583680" y="3474720"/>
            <a:ext cx="492419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-2700000">
            <a:off x="7040880" y="3657600"/>
            <a:ext cx="646578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-1308085">
            <a:off x="7498080" y="3200400"/>
            <a:ext cx="492419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1857825">
            <a:off x="7955280" y="3017520"/>
            <a:ext cx="533182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-3011666">
            <a:off x="8412480" y="3291840"/>
            <a:ext cx="714169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-678596">
            <a:off x="8869680" y="2743200"/>
            <a:ext cx="466254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1308085">
            <a:off x="9326880" y="2651760"/>
            <a:ext cx="492419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-2099521">
            <a:off x="9784080" y="2834640"/>
            <a:ext cx="558084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-285819">
            <a:off x="10241280" y="2514600"/>
            <a:ext cx="550542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-487806">
            <a:off x="10789920" y="2468880"/>
            <a:ext cx="646578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26480" y="3749040"/>
            <a:ext cx="457200" cy="320040"/>
          </a:xfrm>
          <a:prstGeom prst="rect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12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83680" y="3474720"/>
            <a:ext cx="457200" cy="594360"/>
          </a:xfrm>
          <a:prstGeom prst="rect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12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040880" y="3657600"/>
            <a:ext cx="457200" cy="411480"/>
          </a:xfrm>
          <a:prstGeom prst="rect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12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98080" y="3200400"/>
            <a:ext cx="457200" cy="868680"/>
          </a:xfrm>
          <a:prstGeom prst="rect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1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55280" y="3017520"/>
            <a:ext cx="457200" cy="1051560"/>
          </a:xfrm>
          <a:prstGeom prst="rect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12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412480" y="3291840"/>
            <a:ext cx="457200" cy="777240"/>
          </a:xfrm>
          <a:prstGeom prst="rect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12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69680" y="2743200"/>
            <a:ext cx="457200" cy="1325880"/>
          </a:xfrm>
          <a:prstGeom prst="rect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12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326880" y="2651760"/>
            <a:ext cx="457200" cy="1417320"/>
          </a:xfrm>
          <a:prstGeom prst="rect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12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784080" y="2834640"/>
            <a:ext cx="457200" cy="1234440"/>
          </a:xfrm>
          <a:prstGeom prst="rect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12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241280" y="2514600"/>
            <a:ext cx="457200" cy="1554480"/>
          </a:xfrm>
          <a:prstGeom prst="rect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12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789920" y="2468880"/>
            <a:ext cx="457200" cy="1600200"/>
          </a:xfrm>
          <a:prstGeom prst="rect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12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430000" y="2377440"/>
            <a:ext cx="457200" cy="1691640"/>
          </a:xfrm>
          <a:prstGeom prst="rect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12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126480" y="3977640"/>
            <a:ext cx="548640" cy="73152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040880" y="3977640"/>
            <a:ext cx="548640" cy="73152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955280" y="3977640"/>
            <a:ext cx="548640" cy="73152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869680" y="3977640"/>
            <a:ext cx="548640" cy="73152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784080" y="3977640"/>
            <a:ext cx="548640" cy="73152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698480" y="3977640"/>
            <a:ext cx="548640" cy="73152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4320" y="4251960"/>
            <a:ext cx="11612880" cy="2377440"/>
          </a:xfrm>
          <a:prstGeom prst="rect">
            <a:avLst/>
          </a:prstGeom>
          <a:solidFill>
            <a:srgbClr val="3D1A5E"/>
          </a:solidFill>
          <a:ln w="6350">
            <a:solidFill>
              <a:srgbClr val="9B6D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274320" y="4251960"/>
            <a:ext cx="11612880" cy="41148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74320" y="4251960"/>
            <a:ext cx="64008" cy="2377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57200" y="4343400"/>
            <a:ext cx="1645920" cy="164592"/>
          </a:xfrm>
          <a:prstGeom prst="rect">
            <a:avLst/>
          </a:prstGeom>
          <a:solidFill>
            <a:srgbClr val="F0EAF9">
              <a:alpha val="45000"/>
            </a:srgbClr>
          </a:solidFill>
          <a:ln w="12700">
            <a:solidFill>
              <a:srgbClr val="F0EAF9">
                <a:alpha val="4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560320" y="4343400"/>
            <a:ext cx="1645920" cy="164592"/>
          </a:xfrm>
          <a:prstGeom prst="rect">
            <a:avLst/>
          </a:prstGeom>
          <a:solidFill>
            <a:srgbClr val="F0EAF9">
              <a:alpha val="45000"/>
            </a:srgbClr>
          </a:solidFill>
          <a:ln w="12700">
            <a:solidFill>
              <a:srgbClr val="F0EAF9">
                <a:alpha val="4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663440" y="4343400"/>
            <a:ext cx="1645920" cy="164592"/>
          </a:xfrm>
          <a:prstGeom prst="rect">
            <a:avLst/>
          </a:prstGeom>
          <a:solidFill>
            <a:srgbClr val="F0EAF9">
              <a:alpha val="45000"/>
            </a:srgbClr>
          </a:solidFill>
          <a:ln w="12700">
            <a:solidFill>
              <a:srgbClr val="F0EAF9">
                <a:alpha val="45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766560" y="4343400"/>
            <a:ext cx="1645920" cy="164592"/>
          </a:xfrm>
          <a:prstGeom prst="rect">
            <a:avLst/>
          </a:prstGeom>
          <a:solidFill>
            <a:srgbClr val="F0EAF9">
              <a:alpha val="45000"/>
            </a:srgbClr>
          </a:solidFill>
          <a:ln w="12700">
            <a:solidFill>
              <a:srgbClr val="F0EAF9">
                <a:alpha val="4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869680" y="4343400"/>
            <a:ext cx="1645920" cy="164592"/>
          </a:xfrm>
          <a:prstGeom prst="rect">
            <a:avLst/>
          </a:prstGeom>
          <a:solidFill>
            <a:srgbClr val="F0EAF9">
              <a:alpha val="45000"/>
            </a:srgbClr>
          </a:solidFill>
          <a:ln w="12700">
            <a:solidFill>
              <a:srgbClr val="F0EAF9">
                <a:alpha val="45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515600" y="4343400"/>
            <a:ext cx="1645920" cy="164592"/>
          </a:xfrm>
          <a:prstGeom prst="rect">
            <a:avLst/>
          </a:prstGeom>
          <a:solidFill>
            <a:srgbClr val="F0EAF9">
              <a:alpha val="45000"/>
            </a:srgbClr>
          </a:solidFill>
          <a:ln w="12700">
            <a:solidFill>
              <a:srgbClr val="F0EAF9">
                <a:alpha val="45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4320" y="4800600"/>
            <a:ext cx="11612880" cy="365760"/>
          </a:xfrm>
          <a:prstGeom prst="rect">
            <a:avLst/>
          </a:prstGeom>
          <a:solidFill>
            <a:srgbClr val="2D1145">
              <a:alpha val="50000"/>
            </a:srgbClr>
          </a:solidFill>
          <a:ln w="12700">
            <a:solidFill>
              <a:srgbClr val="2D1145">
                <a:alpha val="5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57200" y="4910328"/>
            <a:ext cx="1463040" cy="128016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560320" y="4910328"/>
            <a:ext cx="1463040" cy="128016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663440" y="4910328"/>
            <a:ext cx="1463040" cy="128016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766560" y="4910328"/>
            <a:ext cx="1463040" cy="128016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869680" y="4910328"/>
            <a:ext cx="1463040" cy="128016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515600" y="4910328"/>
            <a:ext cx="1463040" cy="128016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515600" y="4873752"/>
            <a:ext cx="640080" cy="201168"/>
          </a:xfrm>
          <a:prstGeom prst="rect">
            <a:avLst/>
          </a:prstGeom>
          <a:solidFill>
            <a:srgbClr val="00C9A7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57200" y="5321808"/>
            <a:ext cx="1463040" cy="128016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560320" y="5321808"/>
            <a:ext cx="1463040" cy="128016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663440" y="5321808"/>
            <a:ext cx="1463040" cy="128016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766560" y="5321808"/>
            <a:ext cx="1463040" cy="128016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869680" y="5321808"/>
            <a:ext cx="1463040" cy="128016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515600" y="5321808"/>
            <a:ext cx="1463040" cy="128016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515600" y="5285232"/>
            <a:ext cx="640080" cy="201168"/>
          </a:xfrm>
          <a:prstGeom prst="rect">
            <a:avLst/>
          </a:prstGeom>
          <a:solidFill>
            <a:srgbClr val="00C9A7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74320" y="5623560"/>
            <a:ext cx="11612880" cy="365760"/>
          </a:xfrm>
          <a:prstGeom prst="rect">
            <a:avLst/>
          </a:prstGeom>
          <a:solidFill>
            <a:srgbClr val="2D1145">
              <a:alpha val="50000"/>
            </a:srgbClr>
          </a:solidFill>
          <a:ln w="12700">
            <a:solidFill>
              <a:srgbClr val="2D1145">
                <a:alpha val="5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57200" y="5733288"/>
            <a:ext cx="1463040" cy="128016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560320" y="5733288"/>
            <a:ext cx="1463040" cy="128016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663440" y="5733288"/>
            <a:ext cx="1463040" cy="128016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766560" y="5733288"/>
            <a:ext cx="1463040" cy="128016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869680" y="5733288"/>
            <a:ext cx="1463040" cy="128016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515600" y="5733288"/>
            <a:ext cx="1463040" cy="128016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0515600" y="5696712"/>
            <a:ext cx="640080" cy="201168"/>
          </a:xfrm>
          <a:prstGeom prst="rect">
            <a:avLst/>
          </a:prstGeom>
          <a:solidFill>
            <a:srgbClr val="9B6DC8">
              <a:alpha val="70000"/>
            </a:srgbClr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57200" y="6144768"/>
            <a:ext cx="1463040" cy="128016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560320" y="6144768"/>
            <a:ext cx="1463040" cy="128016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663440" y="6144768"/>
            <a:ext cx="1463040" cy="128016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766560" y="6144768"/>
            <a:ext cx="1463040" cy="128016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869680" y="6144768"/>
            <a:ext cx="1463040" cy="128016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515600" y="6144768"/>
            <a:ext cx="1463040" cy="128016"/>
          </a:xfrm>
          <a:prstGeom prst="rect">
            <a:avLst/>
          </a:prstGeom>
          <a:solidFill>
            <a:srgbClr val="C8B8E0">
              <a:alpha val="35000"/>
            </a:srgbClr>
          </a:solidFill>
          <a:ln w="12700">
            <a:solidFill>
              <a:srgbClr val="C8B8E0">
                <a:alpha val="35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515600" y="6108192"/>
            <a:ext cx="640080" cy="201168"/>
          </a:xfrm>
          <a:prstGeom prst="rect">
            <a:avLst/>
          </a:prstGeom>
          <a:solidFill>
            <a:srgbClr val="9B6DC8">
              <a:alpha val="70000"/>
            </a:srgbClr>
          </a:solidFill>
          <a:ln w="12700">
            <a:solidFill>
              <a:srgbClr val="9B6DC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3D1A5E"/>
          </a:solidFill>
          <a:ln w="12700">
            <a:solidFill>
              <a:srgbClr val="3D1A5E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0" y="6675120"/>
            <a:ext cx="1216152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2026-03-11T12:30:33Z</dcterms:created>
  <dcterms:modified xsi:type="dcterms:W3CDTF">2026-03-11T12:30:33Z</dcterms:modified>
</cp:coreProperties>
</file>